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6849" y="562708"/>
            <a:ext cx="6172200" cy="1894362"/>
          </a:xfrm>
        </p:spPr>
        <p:txBody>
          <a:bodyPr/>
          <a:lstStyle/>
          <a:p>
            <a:r>
              <a:rPr smtClean="0"/>
              <a:t>🛒 eShop – E-Commerce Website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6849" y="2644726"/>
            <a:ext cx="6172200" cy="1371600"/>
          </a:xfrm>
        </p:spPr>
        <p:txBody>
          <a:bodyPr/>
          <a:lstStyle/>
          <a:p>
            <a:r>
              <a:rPr smtClean="0"/>
              <a:t>Built using Python, Django, HTML &amp; PyCharm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368061" y="5036234"/>
            <a:ext cx="6172200" cy="1371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Presented By: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🧩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• Python – Backend logic</a:t>
            </a:r>
          </a:p>
          <a:p>
            <a:r>
              <a:rPr sz="1800"/>
              <a:t>• Django – Web framework (MVC)</a:t>
            </a:r>
          </a:p>
          <a:p>
            <a:r>
              <a:rPr sz="1800"/>
              <a:t>• HTML/CSS – Frontend UI</a:t>
            </a:r>
          </a:p>
          <a:p>
            <a:r>
              <a:rPr sz="1800"/>
              <a:t>• PyCharm – IDE for development</a:t>
            </a:r>
          </a:p>
          <a:p>
            <a:r>
              <a:rPr sz="1800"/>
              <a:t>• SQLite – </a:t>
            </a:r>
            <a:r>
              <a:rPr sz="1800" smtClean="0"/>
              <a:t>Database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📁 Project Structure in PyCharm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eshop-main/</a:t>
            </a:r>
          </a:p>
          <a:p>
            <a:r>
              <a:rPr sz="1800"/>
              <a:t>├── manage.py</a:t>
            </a:r>
          </a:p>
          <a:p>
            <a:r>
              <a:rPr sz="1800"/>
              <a:t>├── eshop/             → Django settings</a:t>
            </a:r>
          </a:p>
          <a:p>
            <a:r>
              <a:rPr sz="1800"/>
              <a:t>├── products/          → Product app</a:t>
            </a:r>
          </a:p>
          <a:p>
            <a:r>
              <a:rPr sz="1800"/>
              <a:t>├── users/             → Auth app</a:t>
            </a:r>
          </a:p>
          <a:p>
            <a:r>
              <a:rPr sz="1800"/>
              <a:t>├── cart/              → Cart app</a:t>
            </a:r>
          </a:p>
          <a:p>
            <a:r>
              <a:rPr sz="1800"/>
              <a:t>├── templates/         → HTML templates</a:t>
            </a:r>
          </a:p>
          <a:p>
            <a:r>
              <a:rPr sz="1800"/>
              <a:t>└── static/            → CSS/JS/images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💻 PyCharm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• Created Django project in PyCharm terminal</a:t>
            </a:r>
          </a:p>
          <a:p>
            <a:r>
              <a:rPr sz="1800"/>
              <a:t>• Used template engine for dynamic HTML</a:t>
            </a:r>
          </a:p>
          <a:p>
            <a:r>
              <a:rPr sz="1800"/>
              <a:t>• Ran using PyCharm's Run button</a:t>
            </a:r>
          </a:p>
          <a:p>
            <a:r>
              <a:rPr sz="1800"/>
              <a:t>• Git integrated for 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User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• Django's built-in auth module used</a:t>
            </a:r>
          </a:p>
          <a:p>
            <a:r>
              <a:rPr sz="1800"/>
              <a:t>• Login, Logout, and Registration views</a:t>
            </a:r>
          </a:p>
          <a:p>
            <a:r>
              <a:rPr sz="1800"/>
              <a:t>• Session-based auth and secure password hashing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🛍️ Product Listing (HTML + Django)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{% for product in products %}</a:t>
            </a:r>
          </a:p>
          <a:p>
            <a:r>
              <a:rPr sz="1800"/>
              <a:t>  &lt;div class='card'&gt;</a:t>
            </a:r>
          </a:p>
          <a:p>
            <a:r>
              <a:rPr sz="1800"/>
              <a:t>    &lt;img src='{{ product.image.url }}'&gt;</a:t>
            </a:r>
          </a:p>
          <a:p>
            <a:r>
              <a:rPr sz="1800"/>
              <a:t>    &lt;h4&gt;{{ product.name }}&lt;/h4&gt;</a:t>
            </a:r>
          </a:p>
          <a:p>
            <a:r>
              <a:rPr sz="1800"/>
              <a:t>    &lt;p&gt;{{ product.price }}&lt;/p&gt;</a:t>
            </a:r>
          </a:p>
          <a:p>
            <a:r>
              <a:rPr sz="1800"/>
              <a:t>    &lt;a href='/cart/add/{{ product.id }}'&gt;Add to Cart&lt;/a&gt;</a:t>
            </a:r>
          </a:p>
          <a:p>
            <a:r>
              <a:rPr sz="1800"/>
              <a:t>  &lt;/div&gt;</a:t>
            </a:r>
          </a:p>
          <a:p>
            <a:r>
              <a:rPr sz="1800"/>
              <a:t>{% endfor %}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🛒 Shopping Cart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• Session-based cart system</a:t>
            </a:r>
          </a:p>
          <a:p>
            <a:r>
              <a:rPr sz="1800"/>
              <a:t>• Add/Remove/Update products</a:t>
            </a:r>
          </a:p>
          <a:p>
            <a:r>
              <a:rPr sz="1800"/>
              <a:t>• Total price calculation on checkout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📄 Product Model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class Product(models.Model):</a:t>
            </a:r>
          </a:p>
          <a:p>
            <a:r>
              <a:rPr sz="1800"/>
              <a:t>    name = models.CharField(max_length=100)</a:t>
            </a:r>
          </a:p>
          <a:p>
            <a:r>
              <a:rPr sz="1800"/>
              <a:t>    price = models.DecimalField(max_digits=8, decimal_places=2)</a:t>
            </a:r>
          </a:p>
          <a:p>
            <a:r>
              <a:rPr sz="1800"/>
              <a:t>    description = models.TextField()</a:t>
            </a:r>
          </a:p>
          <a:p>
            <a:r>
              <a:rPr sz="1800"/>
              <a:t>    image = models.ImageField(upload_to='images/')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Sample HTML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&lt;!DOCTYPE html&gt;</a:t>
            </a:r>
          </a:p>
          <a:p>
            <a:r>
              <a:rPr sz="1800"/>
              <a:t>&lt;html&gt;</a:t>
            </a:r>
          </a:p>
          <a:p>
            <a:r>
              <a:rPr sz="1800"/>
              <a:t>&lt;head&gt;&lt;title&gt;eShop Home&lt;/title&gt;&lt;/head&gt;</a:t>
            </a:r>
          </a:p>
          <a:p>
            <a:r>
              <a:rPr sz="1800"/>
              <a:t>&lt;body&gt;</a:t>
            </a:r>
          </a:p>
          <a:p>
            <a:r>
              <a:rPr sz="1800"/>
              <a:t>  &lt;h1&gt;Welcome to eShop!&lt;/h1&gt;</a:t>
            </a:r>
          </a:p>
          <a:p>
            <a:r>
              <a:rPr sz="1800"/>
              <a:t>  &lt;a href='{% url 'product-list' %}'&gt;View Products&lt;/a&gt;</a:t>
            </a:r>
          </a:p>
          <a:p>
            <a:r>
              <a:rPr sz="1800"/>
              <a:t>&lt;/body&gt;</a:t>
            </a:r>
          </a:p>
          <a:p>
            <a:r>
              <a:rPr sz="1800"/>
              <a:t>&lt;/html&gt;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Running Django in PyCharm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• Open terminal in PyCharm</a:t>
            </a:r>
          </a:p>
          <a:p>
            <a:r>
              <a:rPr sz="1800"/>
              <a:t>• Activate virtual environment</a:t>
            </a:r>
          </a:p>
          <a:p>
            <a:r>
              <a:rPr sz="1800"/>
              <a:t>• Run: python manage.py runserver</a:t>
            </a:r>
          </a:p>
          <a:p>
            <a:r>
              <a:rPr sz="1800"/>
              <a:t>• Open browser: http://127.0.0.1:8000/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sz="1800"/>
              <a:t>• Built using Python, Django, and HTML</a:t>
            </a:r>
          </a:p>
          <a:p>
            <a:r>
              <a:rPr sz="1800"/>
              <a:t>• Full stack eCommerce flow: Product → Cart → Checkout</a:t>
            </a:r>
          </a:p>
          <a:p>
            <a:r>
              <a:rPr sz="1800"/>
              <a:t>• User authentication and template rendering</a:t>
            </a:r>
          </a:p>
          <a:p>
            <a:r>
              <a:rPr sz="1800"/>
              <a:t>• Extendable with payment, admin orders, reviews, etc.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89982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/>
              <a:t>Thank You</a:t>
            </a:r>
            <a:endParaRPr sz="66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16</TotalTime>
  <Words>384</Words>
  <Application>Microsoft Macintosh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Oriel</vt:lpstr>
      <vt:lpstr>🛒 eShop – E-Commerce Website</vt:lpstr>
      <vt:lpstr>🧩 Tools &amp; Technologies</vt:lpstr>
      <vt:lpstr>📁 Project Structure in PyCharm</vt:lpstr>
      <vt:lpstr>💻 PyCharm Workflow</vt:lpstr>
      <vt:lpstr>🔐 User Authentication</vt:lpstr>
      <vt:lpstr>🛍️ Product Listing (HTML + Django)</vt:lpstr>
      <vt:lpstr>🛒 Shopping Cart Logic</vt:lpstr>
      <vt:lpstr>📄 Product Model in Python</vt:lpstr>
      <vt:lpstr>🌐 Sample HTML Template</vt:lpstr>
      <vt:lpstr>🚀 Running Django in PyCharm</vt:lpstr>
      <vt:lpstr>✅ Conclusion</vt:lpstr>
      <vt:lpstr>Thank You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🛒 eShop – E-Commerce Website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2025-07-06T05:18:16Z</dcterms:modified>
  <cp:category/>
</cp:coreProperties>
</file>